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Testing Tool: Zephyr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Subject: Software Testing</a:t>
            </a:r>
          </a:p>
          <a:p>
            <a:endParaRPr dirty="0"/>
          </a:p>
          <a:p>
            <a:r>
              <a:rPr dirty="0"/>
              <a:t>Presented By:</a:t>
            </a:r>
          </a:p>
          <a:p>
            <a:r>
              <a:rPr dirty="0"/>
              <a:t>Meet </a:t>
            </a:r>
            <a:r>
              <a:rPr dirty="0" err="1"/>
              <a:t>Ghasadiya</a:t>
            </a:r>
            <a:r>
              <a:rPr dirty="0"/>
              <a:t> – 202206100110055</a:t>
            </a:r>
          </a:p>
          <a:p>
            <a:r>
              <a:rPr dirty="0" err="1"/>
              <a:t>Vamja</a:t>
            </a:r>
            <a:r>
              <a:rPr dirty="0"/>
              <a:t> </a:t>
            </a:r>
            <a:r>
              <a:rPr dirty="0" err="1"/>
              <a:t>Hetvi</a:t>
            </a:r>
            <a:r>
              <a:rPr dirty="0"/>
              <a:t> – 20220610011059</a:t>
            </a:r>
            <a:endParaRPr lang="en-US" dirty="0"/>
          </a:p>
          <a:p>
            <a:r>
              <a:rPr lang="en-IN" dirty="0"/>
              <a:t>Guided by: Abha Damani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Zephyr?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Zephyr is a test management tool used in software testing.</a:t>
            </a:r>
          </a:p>
          <a:p>
            <a:r>
              <a:rPr dirty="0"/>
              <a:t> Integrated with Jira for efficient test management.</a:t>
            </a:r>
          </a:p>
          <a:p>
            <a:r>
              <a:rPr dirty="0"/>
              <a:t> Helps teams create, execute, and manage test cases.</a:t>
            </a:r>
          </a:p>
          <a:p>
            <a:r>
              <a:rPr dirty="0"/>
              <a:t> Widely used in Agile development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Zephyr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dirty="0"/>
              <a:t>Test Case Management</a:t>
            </a:r>
          </a:p>
          <a:p>
            <a:r>
              <a:rPr lang="en-IN" dirty="0"/>
              <a:t> </a:t>
            </a:r>
            <a:r>
              <a:rPr dirty="0"/>
              <a:t>Test Planning and Organization</a:t>
            </a:r>
          </a:p>
          <a:p>
            <a:r>
              <a:rPr lang="en-IN" dirty="0"/>
              <a:t> </a:t>
            </a:r>
            <a:r>
              <a:rPr dirty="0"/>
              <a:t>Test Execution Tracking</a:t>
            </a:r>
          </a:p>
          <a:p>
            <a:r>
              <a:rPr lang="en-IN" dirty="0"/>
              <a:t> </a:t>
            </a:r>
            <a:r>
              <a:rPr dirty="0"/>
              <a:t>Real-time Reports and Dashboards</a:t>
            </a:r>
          </a:p>
          <a:p>
            <a:r>
              <a:rPr dirty="0"/>
              <a:t> Integration with Jira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Components of Zephyr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Test Cases – Define testing steps and expected results.</a:t>
            </a:r>
          </a:p>
          <a:p>
            <a:r>
              <a:rPr dirty="0"/>
              <a:t>Test Cycles – </a:t>
            </a:r>
            <a:r>
              <a:rPr lang="en-IN" dirty="0"/>
              <a:t>Select </a:t>
            </a:r>
            <a:r>
              <a:rPr dirty="0"/>
              <a:t> test cases</a:t>
            </a:r>
            <a:r>
              <a:rPr lang="en-IN" dirty="0"/>
              <a:t> and </a:t>
            </a:r>
            <a:r>
              <a:rPr dirty="0"/>
              <a:t> execute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test case</a:t>
            </a:r>
            <a:r>
              <a:rPr dirty="0"/>
              <a:t>.</a:t>
            </a:r>
          </a:p>
          <a:p>
            <a:r>
              <a:rPr dirty="0"/>
              <a:t>Test Plans – Organize testing for releases.</a:t>
            </a:r>
          </a:p>
          <a:p>
            <a:r>
              <a:rPr dirty="0"/>
              <a:t>Reports – Show progress and execution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Zephyr Testing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Create Project in Jira</a:t>
            </a:r>
          </a:p>
          <a:p>
            <a:pPr marL="0" indent="0">
              <a:buNone/>
            </a:pPr>
            <a:r>
              <a:rPr dirty="0"/>
              <a:t>2. Create Test Cases</a:t>
            </a:r>
          </a:p>
          <a:p>
            <a:pPr marL="0" indent="0">
              <a:buNone/>
            </a:pPr>
            <a:r>
              <a:rPr dirty="0"/>
              <a:t>3. Create Test Cycle</a:t>
            </a:r>
          </a:p>
          <a:p>
            <a:pPr marL="0" indent="0">
              <a:buNone/>
            </a:pPr>
            <a:r>
              <a:rPr dirty="0"/>
              <a:t>4. Add Test Cases to Cycle</a:t>
            </a:r>
          </a:p>
          <a:p>
            <a:pPr marL="0" indent="0">
              <a:buNone/>
            </a:pPr>
            <a:r>
              <a:rPr dirty="0"/>
              <a:t>5. Execute Test Cases</a:t>
            </a:r>
          </a:p>
          <a:p>
            <a:pPr marL="0" indent="0">
              <a:buNone/>
            </a:pPr>
            <a:r>
              <a:rPr dirty="0"/>
              <a:t>6. Generate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Test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Test Case: Login with Valid Credentials</a:t>
            </a:r>
          </a:p>
          <a:p>
            <a:endParaRPr dirty="0"/>
          </a:p>
          <a:p>
            <a:r>
              <a:rPr dirty="0"/>
              <a:t>Steps:</a:t>
            </a:r>
          </a:p>
          <a:p>
            <a:pPr lvl="1"/>
            <a:r>
              <a:rPr dirty="0"/>
              <a:t>Open login page</a:t>
            </a:r>
          </a:p>
          <a:p>
            <a:pPr lvl="1"/>
            <a:r>
              <a:rPr dirty="0"/>
              <a:t>Enter valid username</a:t>
            </a:r>
          </a:p>
          <a:p>
            <a:pPr lvl="1"/>
            <a:r>
              <a:rPr dirty="0"/>
              <a:t>Enter valid password</a:t>
            </a:r>
          </a:p>
          <a:p>
            <a:pPr lvl="1"/>
            <a:r>
              <a:rPr dirty="0"/>
              <a:t>Click login button</a:t>
            </a:r>
          </a:p>
          <a:p>
            <a:endParaRPr dirty="0"/>
          </a:p>
          <a:p>
            <a:r>
              <a:rPr dirty="0"/>
              <a:t>Expected Result: User successfully logs 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Test execution means running test cases on the application.</a:t>
            </a:r>
          </a:p>
          <a:p>
            <a:r>
              <a:rPr dirty="0"/>
              <a:t>Possible results:</a:t>
            </a:r>
          </a:p>
          <a:p>
            <a:pPr lvl="1"/>
            <a:r>
              <a:rPr dirty="0"/>
              <a:t>  Pass</a:t>
            </a:r>
          </a:p>
          <a:p>
            <a:pPr lvl="1"/>
            <a:r>
              <a:rPr dirty="0"/>
              <a:t>  Fail</a:t>
            </a:r>
          </a:p>
          <a:p>
            <a:pPr lvl="1"/>
            <a:r>
              <a:rPr dirty="0"/>
              <a:t>  Blocked</a:t>
            </a:r>
          </a:p>
          <a:p>
            <a:r>
              <a:rPr dirty="0"/>
              <a:t>Helps identify defects in the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Reports in Zephyr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Test Execution Summary</a:t>
            </a:r>
          </a:p>
          <a:p>
            <a:r>
              <a:rPr dirty="0"/>
              <a:t>Test Execution Progress</a:t>
            </a:r>
          </a:p>
          <a:p>
            <a:r>
              <a:rPr dirty="0"/>
              <a:t>Traceability Reports</a:t>
            </a:r>
          </a:p>
          <a:p>
            <a:r>
              <a:rPr dirty="0"/>
              <a:t>Test Coverage Reports</a:t>
            </a:r>
          </a:p>
          <a:p>
            <a:r>
              <a:rPr dirty="0"/>
              <a:t>Help analyze testing results and progress.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Zephyr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Easy integration with Jira</a:t>
            </a:r>
          </a:p>
          <a:p>
            <a:r>
              <a:rPr dirty="0"/>
              <a:t>Supports Agile testing processes</a:t>
            </a:r>
          </a:p>
          <a:p>
            <a:r>
              <a:rPr dirty="0"/>
              <a:t>Centralized test management</a:t>
            </a:r>
          </a:p>
          <a:p>
            <a:r>
              <a:rPr dirty="0"/>
              <a:t> Real-time reporting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Zephyr is a powerful test management tool.</a:t>
            </a:r>
          </a:p>
          <a:p>
            <a:r>
              <a:rPr dirty="0"/>
              <a:t>Helps manage test cases and testing cycles efficiently.</a:t>
            </a:r>
          </a:p>
          <a:p>
            <a:r>
              <a:rPr dirty="0"/>
              <a:t>Provides detailed reports for analysis.</a:t>
            </a:r>
          </a:p>
          <a:p>
            <a:r>
              <a:rPr dirty="0"/>
              <a:t>Improves overall software quality.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BCF0BA-7971-53DA-657B-340AA905BB87}"/>
              </a:ext>
            </a:extLst>
          </p:cNvPr>
          <p:cNvSpPr txBox="1"/>
          <p:nvPr/>
        </p:nvSpPr>
        <p:spPr>
          <a:xfrm>
            <a:off x="2215299" y="2545237"/>
            <a:ext cx="66458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42757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303</Words>
  <Application>Microsoft Office PowerPoint</Application>
  <PresentationFormat>On-screen Show (4:3)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Software Testing Tool: Zephyr</vt:lpstr>
      <vt:lpstr>What is Zephyr?</vt:lpstr>
      <vt:lpstr>Key Features of Zephyr</vt:lpstr>
      <vt:lpstr>Main Components of Zephyr</vt:lpstr>
      <vt:lpstr>Zephyr Testing Workflow</vt:lpstr>
      <vt:lpstr>Example Test Case</vt:lpstr>
      <vt:lpstr>Test Execution</vt:lpstr>
      <vt:lpstr>Reports in Zephyr</vt:lpstr>
      <vt:lpstr>Advantages of Zephyr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HETVI VAMJA</cp:lastModifiedBy>
  <cp:revision>4</cp:revision>
  <dcterms:created xsi:type="dcterms:W3CDTF">2013-01-27T09:14:16Z</dcterms:created>
  <dcterms:modified xsi:type="dcterms:W3CDTF">2026-03-12T05:54:10Z</dcterms:modified>
  <cp:category/>
</cp:coreProperties>
</file>